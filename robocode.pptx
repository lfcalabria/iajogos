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5F263-B5E4-487B-9D13-55B1DB4E58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Robocode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53FF61-EBFF-4421-B325-37855670DB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Luiz Fernando de Menezes Calábria</a:t>
            </a:r>
          </a:p>
        </p:txBody>
      </p:sp>
    </p:spTree>
    <p:extLst>
      <p:ext uri="{BB962C8B-B14F-4D97-AF65-F5344CB8AC3E}">
        <p14:creationId xmlns:p14="http://schemas.microsoft.com/office/powerpoint/2010/main" val="100192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BC2F1-C362-46EB-96B5-59BDB981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Estratégia de Movimentação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84B2D-D569-4C63-A3C7-3B5FDC29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Sempre que receber um tiro o se estiver longe da parede anda 100 para </a:t>
            </a:r>
            <a:r>
              <a:rPr lang="pt-BR" dirty="0" err="1"/>
              <a:t>tras</a:t>
            </a:r>
            <a:r>
              <a:rPr lang="pt-BR" dirty="0"/>
              <a:t> se estiver longe anda 100 para frente.</a:t>
            </a:r>
          </a:p>
          <a:p>
            <a:r>
              <a:rPr lang="pt-BR" dirty="0"/>
              <a:t>Se Bater na parede faz um giro de 180 graus e  anda 100 para frente</a:t>
            </a:r>
          </a:p>
        </p:txBody>
      </p:sp>
    </p:spTree>
    <p:extLst>
      <p:ext uri="{BB962C8B-B14F-4D97-AF65-F5344CB8AC3E}">
        <p14:creationId xmlns:p14="http://schemas.microsoft.com/office/powerpoint/2010/main" val="235057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BC2F1-C362-46EB-96B5-59BDB981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Estratégia de Tiro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84B2D-D569-4C63-A3C7-3B5FDC29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Calcula o ângulo do inimigo, calcula a potência do tiro em relação a energia disponível e atira</a:t>
            </a:r>
          </a:p>
          <a:p>
            <a:r>
              <a:rPr lang="pt-BR" dirty="0"/>
              <a:t>Faz um novo </a:t>
            </a:r>
            <a:r>
              <a:rPr lang="pt-BR" dirty="0" err="1"/>
              <a:t>scan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961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BC2F1-C362-46EB-96B5-59BDB981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Estratégias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84B2D-D569-4C63-A3C7-3B5FDC29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errar um tiro, novo </a:t>
            </a:r>
            <a:r>
              <a:rPr lang="pt-BR" dirty="0" err="1"/>
              <a:t>scan</a:t>
            </a:r>
            <a:endParaRPr lang="pt-BR" dirty="0"/>
          </a:p>
          <a:p>
            <a:r>
              <a:rPr lang="pt-BR" dirty="0"/>
              <a:t>Ao bater em um inimigo, calcula o ângulo e potência, atira e novo </a:t>
            </a:r>
            <a:r>
              <a:rPr lang="pt-BR"/>
              <a:t>scan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060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</TotalTime>
  <Words>97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Garamond</vt:lpstr>
      <vt:lpstr>Orgânico</vt:lpstr>
      <vt:lpstr>Robocode</vt:lpstr>
      <vt:lpstr>Estratégia de Movimentação</vt:lpstr>
      <vt:lpstr>Estratégia de Tiro</vt:lpstr>
      <vt:lpstr>Outras Estratégias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Robocode</dc:title>
  <dc:creator>Luiz Fernando Calabria</dc:creator>
  <cp:lastModifiedBy>Luiz Fernando Calabria</cp:lastModifiedBy>
  <cp:revision>2</cp:revision>
  <dcterms:created xsi:type="dcterms:W3CDTF">2019-03-13T11:50:23Z</dcterms:created>
  <dcterms:modified xsi:type="dcterms:W3CDTF">2019-03-13T12:02:10Z</dcterms:modified>
</cp:coreProperties>
</file>